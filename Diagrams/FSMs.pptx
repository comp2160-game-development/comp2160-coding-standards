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E70380-8AB2-2348-A691-A56A6C901E09}" v="10" dt="2022-08-12T05:12:00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D31D-D449-9B41-A59A-69B6B2289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FCF40-3755-EA46-B9F9-37D76FA06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7E6D7-3A8F-B844-AE65-91AD0D1A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E4AA-A65A-7546-8D3C-47C4BB42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113DA-CFF1-4A4D-AA34-87DCC5E7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89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08690-A064-6541-8554-998CFE3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F880-8EC6-F94F-8223-D63077230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221D2-976F-824F-BA77-F16BA975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5FA81-D6DB-3A4E-B66E-B5699E9E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ADE36-2C16-8346-99C2-FC9C4E4D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8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92BF-767E-4B4A-806C-2A46BFC4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23305-17D2-6E4D-B155-5C6A08476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95E5F-9B61-B541-80DD-AAFC6FBB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8BDFD-3F2C-D54E-AE26-4A04768B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AF940-7F53-5241-ACB2-DBB6C061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0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7CE4-3A88-4B4B-92FB-B8DBCD74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8DB1-747E-794C-A8DF-7EA2F5E0F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C40CC-96FE-4345-B2C2-47B5211C5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C42FF-02A1-7D4F-A30E-254AAACB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4B830-2015-094F-82AC-1A79E496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45234-9EAC-804E-AF91-4701A1B3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38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1CA7-5363-FB41-B425-EC0CE97B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F737C-C985-DE4B-82A4-929EEB5C5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5305D-54AF-1B4B-827A-863CE56E3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B973D-EABD-1A4B-9D9D-88BF1FEC9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11829E-AE20-A745-A262-9C7D0E273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F525D-0D12-C14E-B298-7F53246A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CBB8F-577C-F849-A472-54A40ED19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9BAC8-51E7-F943-BC64-D7957D2D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8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C29B3-BE37-9743-8FF8-FE8C4437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467BB-F306-8B4F-91E5-27FBD068A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3DC56-47C6-3A4C-AA45-1584B5D4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B1B52-B7F4-544E-BEDF-44B4FCEA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3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867A9-A9B4-5544-A9A1-029413B1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EB269-6D64-2644-906D-BBC8FFE5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AE796-9981-1441-93E5-EAED2E1F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5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AC33-766C-BE4F-B3A2-04A19E40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56A83-A100-7546-9DB1-DA1DE0641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AA3B7-90CB-9345-8502-ABD13CAC3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E7246-A75A-F449-B5B6-C2D7E678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40B8E-08BF-D941-96A6-7FBDBA1A6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A51CE-834F-1A44-AC93-56FFCF38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6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4EF2-42CF-0641-B02F-D2B2A961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B1D35-2B28-7643-8669-898FEA58C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9AA91-EFF8-1B45-8B7C-DF2BBEC74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32450-B91A-3C42-9455-2AFEA123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213A8-3B81-8A45-9648-3D13E9C7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E37D2-F711-3E43-84A1-7CFD0696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3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139C-C602-5B43-91C5-E90326A0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AFF6D-9DFE-6F42-96A6-87EED14BE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22875-C3AC-0745-AC80-3673E6B5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4E98-0208-3641-840D-48E99F32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4C968-FD06-0F4E-8B25-ACE53194A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3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F0E4F-D534-634D-A98D-111B2B3EA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CA6CD-4BE1-924E-8CE6-987596FB9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39E7C-96A7-4341-8503-3BAD63D3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8B0D2-94E6-7747-AFDC-9FDB1A8F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05865-DF5A-994A-8E87-F4B5BF4B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4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23ADB-3F30-1849-B01C-9CC226D0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83676-A9DC-9943-98CA-4A9A77E65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860FB-B50A-D847-AF74-FF03D35EA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BF538-C9C5-F546-ACFE-6DE9DABAD318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45F2-ED27-E440-9C80-42C1F9D09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DF2C3-9276-DC40-AEE6-CD48A0FAA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B708E-EA7B-4E42-91A3-47F87F0A1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9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6C6CEA1-DFEF-4042-895A-E5CF0D97CB34}"/>
              </a:ext>
            </a:extLst>
          </p:cNvPr>
          <p:cNvSpPr txBox="1"/>
          <p:nvPr/>
        </p:nvSpPr>
        <p:spPr>
          <a:xfrm>
            <a:off x="196191" y="5500736"/>
            <a:ext cx="461478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-Arrows indicate transitions between states.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-Text is used to signify conditions of transitions.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-Nodes are used to represent states.</a:t>
            </a: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4EFF1E3E-39A2-49DF-8D91-780C79C65C72}"/>
              </a:ext>
            </a:extLst>
          </p:cNvPr>
          <p:cNvSpPr/>
          <p:nvPr/>
        </p:nvSpPr>
        <p:spPr>
          <a:xfrm>
            <a:off x="2420958" y="3135302"/>
            <a:ext cx="1683464" cy="58739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Name</a:t>
            </a:r>
          </a:p>
        </p:txBody>
      </p:sp>
      <p:sp>
        <p:nvSpPr>
          <p:cNvPr id="29" name="Rounded Rectangle 11">
            <a:extLst>
              <a:ext uri="{FF2B5EF4-FFF2-40B4-BE49-F238E27FC236}">
                <a16:creationId xmlns:a16="http://schemas.microsoft.com/office/drawing/2014/main" id="{15A49687-93C5-4632-84B2-C88CA2E05E06}"/>
              </a:ext>
            </a:extLst>
          </p:cNvPr>
          <p:cNvSpPr/>
          <p:nvPr/>
        </p:nvSpPr>
        <p:spPr>
          <a:xfrm>
            <a:off x="429380" y="1474176"/>
            <a:ext cx="1683464" cy="58739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Name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6E0232-60C2-44FF-894F-76B1DD7D6ED8}"/>
              </a:ext>
            </a:extLst>
          </p:cNvPr>
          <p:cNvCxnSpPr>
            <a:cxnSpLocks/>
          </p:cNvCxnSpPr>
          <p:nvPr/>
        </p:nvCxnSpPr>
        <p:spPr>
          <a:xfrm>
            <a:off x="2112844" y="1911575"/>
            <a:ext cx="22996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86FD75-9434-4301-BA91-BECBB8F42D3C}"/>
              </a:ext>
            </a:extLst>
          </p:cNvPr>
          <p:cNvCxnSpPr>
            <a:cxnSpLocks/>
          </p:cNvCxnSpPr>
          <p:nvPr/>
        </p:nvCxnSpPr>
        <p:spPr>
          <a:xfrm flipH="1">
            <a:off x="2112844" y="1631217"/>
            <a:ext cx="22996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288587C-8C17-45AF-9D3D-902F667C68F3}"/>
              </a:ext>
            </a:extLst>
          </p:cNvPr>
          <p:cNvSpPr txBox="1"/>
          <p:nvPr/>
        </p:nvSpPr>
        <p:spPr>
          <a:xfrm>
            <a:off x="1461727" y="3114184"/>
            <a:ext cx="130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Condition</a:t>
            </a:r>
          </a:p>
        </p:txBody>
      </p:sp>
      <p:cxnSp>
        <p:nvCxnSpPr>
          <p:cNvPr id="33" name="Elbow Connector 72">
            <a:extLst>
              <a:ext uri="{FF2B5EF4-FFF2-40B4-BE49-F238E27FC236}">
                <a16:creationId xmlns:a16="http://schemas.microsoft.com/office/drawing/2014/main" id="{A2A10396-0709-4793-B0E6-2ECE38F68507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4104422" y="2083098"/>
            <a:ext cx="1133632" cy="134590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1">
            <a:extLst>
              <a:ext uri="{FF2B5EF4-FFF2-40B4-BE49-F238E27FC236}">
                <a16:creationId xmlns:a16="http://schemas.microsoft.com/office/drawing/2014/main" id="{399E63AE-F263-4A23-84D4-03CCD84D049D}"/>
              </a:ext>
            </a:extLst>
          </p:cNvPr>
          <p:cNvSpPr/>
          <p:nvPr/>
        </p:nvSpPr>
        <p:spPr>
          <a:xfrm>
            <a:off x="4412536" y="1476287"/>
            <a:ext cx="1683464" cy="58739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 Name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DA9236-7F3E-48B1-9B42-BCE05EC745F2}"/>
              </a:ext>
            </a:extLst>
          </p:cNvPr>
          <p:cNvSpPr txBox="1"/>
          <p:nvPr/>
        </p:nvSpPr>
        <p:spPr>
          <a:xfrm>
            <a:off x="2857631" y="1364149"/>
            <a:ext cx="130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Condition</a:t>
            </a:r>
          </a:p>
        </p:txBody>
      </p:sp>
      <p:cxnSp>
        <p:nvCxnSpPr>
          <p:cNvPr id="14" name="Elbow Connector 72">
            <a:extLst>
              <a:ext uri="{FF2B5EF4-FFF2-40B4-BE49-F238E27FC236}">
                <a16:creationId xmlns:a16="http://schemas.microsoft.com/office/drawing/2014/main" id="{4A9140EA-1EC4-4CB1-F2DC-322EA52A09D4}"/>
              </a:ext>
            </a:extLst>
          </p:cNvPr>
          <p:cNvCxnSpPr>
            <a:cxnSpLocks/>
            <a:stCxn id="28" idx="1"/>
          </p:cNvCxnSpPr>
          <p:nvPr/>
        </p:nvCxnSpPr>
        <p:spPr>
          <a:xfrm rot="10800000">
            <a:off x="1271112" y="2069022"/>
            <a:ext cx="1149846" cy="135997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0B05D06-C23A-A6B7-6088-4377741616FD}"/>
              </a:ext>
            </a:extLst>
          </p:cNvPr>
          <p:cNvSpPr txBox="1"/>
          <p:nvPr/>
        </p:nvSpPr>
        <p:spPr>
          <a:xfrm>
            <a:off x="4159864" y="3146847"/>
            <a:ext cx="130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Condition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8B2DCF-3954-19AB-D560-EF410624A85F}"/>
              </a:ext>
            </a:extLst>
          </p:cNvPr>
          <p:cNvSpPr txBox="1"/>
          <p:nvPr/>
        </p:nvSpPr>
        <p:spPr>
          <a:xfrm>
            <a:off x="2794082" y="1875269"/>
            <a:ext cx="130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Condition</a:t>
            </a:r>
          </a:p>
        </p:txBody>
      </p:sp>
      <p:sp>
        <p:nvSpPr>
          <p:cNvPr id="45" name="Rounded Rectangle 11">
            <a:extLst>
              <a:ext uri="{FF2B5EF4-FFF2-40B4-BE49-F238E27FC236}">
                <a16:creationId xmlns:a16="http://schemas.microsoft.com/office/drawing/2014/main" id="{90C2CED2-9958-3429-0B42-280AE9EEDA8D}"/>
              </a:ext>
            </a:extLst>
          </p:cNvPr>
          <p:cNvSpPr/>
          <p:nvPr/>
        </p:nvSpPr>
        <p:spPr>
          <a:xfrm>
            <a:off x="9237424" y="1224339"/>
            <a:ext cx="1683464" cy="587396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50D6DE-B22D-78DC-123E-157D07CEAD4B}"/>
              </a:ext>
            </a:extLst>
          </p:cNvPr>
          <p:cNvSpPr txBox="1"/>
          <p:nvPr/>
        </p:nvSpPr>
        <p:spPr>
          <a:xfrm>
            <a:off x="9643063" y="1907683"/>
            <a:ext cx="1302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Condition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091CA5D-61F3-4B5A-F8B1-A6F964642FB6}"/>
              </a:ext>
            </a:extLst>
          </p:cNvPr>
          <p:cNvCxnSpPr>
            <a:cxnSpLocks/>
          </p:cNvCxnSpPr>
          <p:nvPr/>
        </p:nvCxnSpPr>
        <p:spPr>
          <a:xfrm>
            <a:off x="9053704" y="2359298"/>
            <a:ext cx="22996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Elbow Connector 72">
            <a:extLst>
              <a:ext uri="{FF2B5EF4-FFF2-40B4-BE49-F238E27FC236}">
                <a16:creationId xmlns:a16="http://schemas.microsoft.com/office/drawing/2014/main" id="{46B23353-E98E-45A7-F1DF-37D1D6AB7DBF}"/>
              </a:ext>
            </a:extLst>
          </p:cNvPr>
          <p:cNvCxnSpPr>
            <a:cxnSpLocks/>
          </p:cNvCxnSpPr>
          <p:nvPr/>
        </p:nvCxnSpPr>
        <p:spPr>
          <a:xfrm flipV="1">
            <a:off x="10239775" y="2560319"/>
            <a:ext cx="1113621" cy="71365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71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683F238BC75F4EB789911DB901D718" ma:contentTypeVersion="23" ma:contentTypeDescription="Create a new document." ma:contentTypeScope="" ma:versionID="4983e7421defbf4884b1b57c7703f787">
  <xsd:schema xmlns:xsd="http://www.w3.org/2001/XMLSchema" xmlns:xs="http://www.w3.org/2001/XMLSchema" xmlns:p="http://schemas.microsoft.com/office/2006/metadata/properties" xmlns:ns2="421930ea-623f-4491-8249-222176ed9477" xmlns:ns3="ebb7f390-3c0c-4fb4-9807-83586132d145" xmlns:ns4="98064f91-3e1c-4606-924d-450c59c02c1e" targetNamespace="http://schemas.microsoft.com/office/2006/metadata/properties" ma:root="true" ma:fieldsID="02b4807c2d6eb9d36c9948e95f5dfd6a" ns2:_="" ns3:_="" ns4:_="">
    <xsd:import namespace="421930ea-623f-4491-8249-222176ed9477"/>
    <xsd:import namespace="ebb7f390-3c0c-4fb4-9807-83586132d145"/>
    <xsd:import namespace="98064f91-3e1c-4606-924d-450c59c02c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930ea-623f-4491-8249-222176ed94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b7f390-3c0c-4fb4-9807-83586132d14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064f91-3e1c-4606-924d-450c59c02c1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ee10459-6123-4fe3-a9af-c7369f9afd9a}" ma:internalName="TaxCatchAll" ma:showField="CatchAllData" ma:web="ec7a52c8-c7cd-4e5b-8db7-aa0dcd7be7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1930ea-623f-4491-8249-222176ed9477">
      <Terms xmlns="http://schemas.microsoft.com/office/infopath/2007/PartnerControls"/>
    </lcf76f155ced4ddcb4097134ff3c332f>
    <TaxCatchAll xmlns="98064f91-3e1c-4606-924d-450c59c02c1e" xsi:nil="true"/>
  </documentManagement>
</p:properties>
</file>

<file path=customXml/itemProps1.xml><?xml version="1.0" encoding="utf-8"?>
<ds:datastoreItem xmlns:ds="http://schemas.openxmlformats.org/officeDocument/2006/customXml" ds:itemID="{E437ECC1-5F1B-4AE6-A607-E5C75030C9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1930ea-623f-4491-8249-222176ed9477"/>
    <ds:schemaRef ds:uri="ebb7f390-3c0c-4fb4-9807-83586132d145"/>
    <ds:schemaRef ds:uri="98064f91-3e1c-4606-924d-450c59c02c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0A9E88-B498-46BC-A93F-F52561609A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680A6B-4372-49CC-B8C1-9BCBF16A439B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63e7bc52-aa35-459d-af03-194eb9d83de3"/>
    <ds:schemaRef ds:uri="http://schemas.microsoft.com/office/2006/metadata/properties"/>
    <ds:schemaRef ds:uri="http://schemas.openxmlformats.org/package/2006/metadata/core-properties"/>
    <ds:schemaRef ds:uri="a2a9320c-8a69-435c-a29f-2387cf8d1c76"/>
    <ds:schemaRef ds:uri="http://purl.org/dc/terms/"/>
    <ds:schemaRef ds:uri="421930ea-623f-4491-8249-222176ed9477"/>
    <ds:schemaRef ds:uri="98064f91-3e1c-4606-924d-450c59c02c1e"/>
  </ds:schemaRefs>
</ds:datastoreItem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37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Malcolm Ryan</dc:creator>
  <cp:lastModifiedBy>Malcolm Ryan</cp:lastModifiedBy>
  <cp:revision>5</cp:revision>
  <dcterms:created xsi:type="dcterms:W3CDTF">2021-08-31T05:08:59Z</dcterms:created>
  <dcterms:modified xsi:type="dcterms:W3CDTF">2026-07-14T08:03:24Z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0x010100BD683F238BC75F4EB789911DB901D718</vt:lpwstr>
  </property>
</Properties>
</file>