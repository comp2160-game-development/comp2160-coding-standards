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70380-8AB2-2348-A691-A56A6C901E09}" v="10" dt="2022-08-12T05:12:00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D31D-D449-9B41-A59A-69B6B2289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FCF40-3755-EA46-B9F9-37D76FA06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7E6D7-3A8F-B844-AE65-91AD0D1A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E4AA-A65A-7546-8D3C-47C4BB42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113DA-CFF1-4A4D-AA34-87DCC5E7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8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8690-A064-6541-8554-998CFE3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F880-8EC6-F94F-8223-D6307723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221D2-976F-824F-BA77-F16BA975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5FA81-D6DB-3A4E-B66E-B5699E9E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ADE36-2C16-8346-99C2-FC9C4E4D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8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92BF-767E-4B4A-806C-2A46BFC4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23305-17D2-6E4D-B155-5C6A08476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95E5F-9B61-B541-80DD-AAFC6FB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BDFD-3F2C-D54E-AE26-4A04768B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F940-7F53-5241-ACB2-DBB6C061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0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7CE4-3A88-4B4B-92FB-B8DBCD74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8DB1-747E-794C-A8DF-7EA2F5E0F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C40CC-96FE-4345-B2C2-47B5211C5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C42FF-02A1-7D4F-A30E-254AAACB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4B830-2015-094F-82AC-1A79E496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45234-9EAC-804E-AF91-4701A1B3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1CA7-5363-FB41-B425-EC0CE97B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F737C-C985-DE4B-82A4-929EEB5C5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5305D-54AF-1B4B-827A-863CE56E3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B973D-EABD-1A4B-9D9D-88BF1FEC9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1829E-AE20-A745-A262-9C7D0E273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F525D-0D12-C14E-B298-7F53246A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CBB8F-577C-F849-A472-54A40ED1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9BAC8-51E7-F943-BC64-D7957D2D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29B3-BE37-9743-8FF8-FE8C4437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467BB-F306-8B4F-91E5-27FBD068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3DC56-47C6-3A4C-AA45-1584B5D4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B1B52-B7F4-544E-BEDF-44B4FCEA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3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867A9-A9B4-5544-A9A1-029413B1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EB269-6D64-2644-906D-BBC8FFE5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AE796-9981-1441-93E5-EAED2E1F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5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AC33-766C-BE4F-B3A2-04A19E40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56A83-A100-7546-9DB1-DA1DE0641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AA3B7-90CB-9345-8502-ABD13CAC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E7246-A75A-F449-B5B6-C2D7E678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40B8E-08BF-D941-96A6-7FBDBA1A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A51CE-834F-1A44-AC93-56FFCF38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6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4EF2-42CF-0641-B02F-D2B2A961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B1D35-2B28-7643-8669-898FEA58C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9AA91-EFF8-1B45-8B7C-DF2BBEC74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32450-B91A-3C42-9455-2AFEA123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213A8-3B81-8A45-9648-3D13E9C7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E37D2-F711-3E43-84A1-7CFD0696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139C-C602-5B43-91C5-E90326A0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AFF6D-9DFE-6F42-96A6-87EED14BE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22875-C3AC-0745-AC80-3673E6B5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4E98-0208-3641-840D-48E99F32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C968-FD06-0F4E-8B25-ACE53194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3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F0E4F-D534-634D-A98D-111B2B3EA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CA6CD-4BE1-924E-8CE6-987596FB9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39E7C-96A7-4341-8503-3BAD63D3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B0D2-94E6-7747-AFDC-9FDB1A8F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5865-DF5A-994A-8E87-F4B5BF4B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4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23ADB-3F30-1849-B01C-9CC226D0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83676-A9DC-9943-98CA-4A9A77E65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860FB-B50A-D847-AF74-FF03D35EA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45F2-ED27-E440-9C80-42C1F9D09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DF2C3-9276-DC40-AEE6-CD48A0FAA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4B06A3-3ADA-3B43-A4A3-F175F192D641}"/>
              </a:ext>
            </a:extLst>
          </p:cNvPr>
          <p:cNvSpPr/>
          <p:nvPr/>
        </p:nvSpPr>
        <p:spPr>
          <a:xfrm>
            <a:off x="3136338" y="430657"/>
            <a:ext cx="2289410" cy="318848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Component Name</a:t>
            </a:r>
          </a:p>
          <a:p>
            <a:endParaRPr lang="en-US" sz="1200" dirty="0"/>
          </a:p>
          <a:p>
            <a:r>
              <a:rPr lang="en-US" sz="1200" dirty="0"/>
              <a:t>Params: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[tunable </a:t>
            </a:r>
            <a:r>
              <a:rPr lang="en-US" sz="1200" dirty="0"/>
              <a:t>parameters]</a:t>
            </a:r>
          </a:p>
          <a:p>
            <a:endParaRPr lang="en-US" sz="1200" dirty="0"/>
          </a:p>
          <a:p>
            <a:r>
              <a:rPr lang="en-US" sz="1200" dirty="0"/>
              <a:t>State: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[private state]</a:t>
            </a:r>
          </a:p>
          <a:p>
            <a:endParaRPr lang="en-US" sz="1200" dirty="0"/>
          </a:p>
          <a:p>
            <a:r>
              <a:rPr lang="en-US" sz="1200" dirty="0"/>
              <a:t>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[publicly accessible state]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Update: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[action on update]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Events: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[events it responds to]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49FC6D-2EEF-014A-AA9B-42A5CF539263}"/>
              </a:ext>
            </a:extLst>
          </p:cNvPr>
          <p:cNvSpPr/>
          <p:nvPr/>
        </p:nvSpPr>
        <p:spPr>
          <a:xfrm>
            <a:off x="8805696" y="893359"/>
            <a:ext cx="2289410" cy="10146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Component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D2373E-956F-674A-84DE-4ECBDDFAFAA3}"/>
              </a:ext>
            </a:extLst>
          </p:cNvPr>
          <p:cNvSpPr/>
          <p:nvPr/>
        </p:nvSpPr>
        <p:spPr>
          <a:xfrm>
            <a:off x="8958096" y="1045759"/>
            <a:ext cx="2289410" cy="10146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Component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2AC621-6384-254C-86D1-14D05B68D5C9}"/>
              </a:ext>
            </a:extLst>
          </p:cNvPr>
          <p:cNvSpPr/>
          <p:nvPr/>
        </p:nvSpPr>
        <p:spPr>
          <a:xfrm>
            <a:off x="9110496" y="1198159"/>
            <a:ext cx="2289410" cy="10146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Component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4AB28C-2DF8-2249-B08C-43D8CF67E8AA}"/>
              </a:ext>
            </a:extLst>
          </p:cNvPr>
          <p:cNvSpPr txBox="1"/>
          <p:nvPr/>
        </p:nvSpPr>
        <p:spPr>
          <a:xfrm>
            <a:off x="8622661" y="430657"/>
            <a:ext cx="2721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instances in scene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54D5FD-8275-5D4A-86B6-A709794F7F77}"/>
              </a:ext>
            </a:extLst>
          </p:cNvPr>
          <p:cNvSpPr txBox="1"/>
          <p:nvPr/>
        </p:nvSpPr>
        <p:spPr>
          <a:xfrm>
            <a:off x="3136338" y="3757159"/>
            <a:ext cx="2107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Delete any elements</a:t>
            </a:r>
          </a:p>
          <a:p>
            <a:r>
              <a:rPr lang="en-US" dirty="0"/>
              <a:t>that don’t apply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45CEB3A-A707-8146-A2CE-74A6063CF037}"/>
              </a:ext>
            </a:extLst>
          </p:cNvPr>
          <p:cNvSpPr/>
          <p:nvPr/>
        </p:nvSpPr>
        <p:spPr>
          <a:xfrm>
            <a:off x="8458998" y="2967818"/>
            <a:ext cx="2940908" cy="17224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Prefab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E0CD5C0-F89F-814D-974D-B96AD20FE8EF}"/>
              </a:ext>
            </a:extLst>
          </p:cNvPr>
          <p:cNvSpPr/>
          <p:nvPr/>
        </p:nvSpPr>
        <p:spPr>
          <a:xfrm>
            <a:off x="1477858" y="4923035"/>
            <a:ext cx="5340411" cy="16063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Game Object with multiple components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2CE3EA1-57B0-B342-8CFF-0A156C3B9139}"/>
              </a:ext>
            </a:extLst>
          </p:cNvPr>
          <p:cNvSpPr/>
          <p:nvPr/>
        </p:nvSpPr>
        <p:spPr>
          <a:xfrm>
            <a:off x="4281043" y="5421913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 err="1"/>
              <a:t>ComponentB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E8577F2-CB86-5B4A-B416-9EE9F7B7BC7A}"/>
              </a:ext>
            </a:extLst>
          </p:cNvPr>
          <p:cNvSpPr/>
          <p:nvPr/>
        </p:nvSpPr>
        <p:spPr>
          <a:xfrm>
            <a:off x="1701479" y="5421913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 err="1"/>
              <a:t>ComponentA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01A4E51-5AD7-4F4E-BA5B-606F7193B7A6}"/>
              </a:ext>
            </a:extLst>
          </p:cNvPr>
          <p:cNvSpPr/>
          <p:nvPr/>
        </p:nvSpPr>
        <p:spPr>
          <a:xfrm>
            <a:off x="8784747" y="5525123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 err="1"/>
              <a:t>FactoryComponent</a:t>
            </a:r>
            <a:endParaRPr lang="en-US" sz="1200" dirty="0"/>
          </a:p>
          <a:p>
            <a:endParaRPr lang="en-US" sz="12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DCDB4E-284E-B145-8BBE-0E56A3011A2F}"/>
              </a:ext>
            </a:extLst>
          </p:cNvPr>
          <p:cNvCxnSpPr>
            <a:cxnSpLocks/>
            <a:stCxn id="38" idx="0"/>
            <a:endCxn id="32" idx="2"/>
          </p:cNvCxnSpPr>
          <p:nvPr/>
        </p:nvCxnSpPr>
        <p:spPr>
          <a:xfrm flipV="1">
            <a:off x="9929452" y="4690279"/>
            <a:ext cx="0" cy="834844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6328A9F-0839-454F-B483-EDFF5B724F6E}"/>
              </a:ext>
            </a:extLst>
          </p:cNvPr>
          <p:cNvSpPr txBox="1"/>
          <p:nvPr/>
        </p:nvSpPr>
        <p:spPr>
          <a:xfrm>
            <a:off x="9957555" y="4923035"/>
            <a:ext cx="126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instantiates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12495CB-874C-A84B-962E-5CFF441725FD}"/>
              </a:ext>
            </a:extLst>
          </p:cNvPr>
          <p:cNvSpPr/>
          <p:nvPr/>
        </p:nvSpPr>
        <p:spPr>
          <a:xfrm>
            <a:off x="8769090" y="3457462"/>
            <a:ext cx="2289410" cy="10146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Component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2859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2D0F-26A4-1B2D-5185-0ECBB5B2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3E4E0E-7E43-26CE-267D-2C178434EC7A}"/>
              </a:ext>
            </a:extLst>
          </p:cNvPr>
          <p:cNvSpPr txBox="1"/>
          <p:nvPr/>
        </p:nvSpPr>
        <p:spPr>
          <a:xfrm>
            <a:off x="5315708" y="4051660"/>
            <a:ext cx="1400412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Sends event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AFAB2C-010D-3178-01C7-FD9BE3BA13ED}"/>
              </a:ext>
            </a:extLst>
          </p:cNvPr>
          <p:cNvSpPr/>
          <p:nvPr/>
        </p:nvSpPr>
        <p:spPr>
          <a:xfrm>
            <a:off x="6824827" y="1720788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Object B</a:t>
            </a:r>
            <a:endParaRPr lang="en-US" sz="1200" dirty="0"/>
          </a:p>
          <a:p>
            <a:r>
              <a:rPr lang="en-US" sz="1200" dirty="0"/>
              <a:t>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[publicly accessible state]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1CD064-8827-B573-F8EF-598C08A59034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5207002" y="2181970"/>
            <a:ext cx="1617825" cy="0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B2F8A33-72CF-2461-1AF3-0C4DB0CC90AD}"/>
              </a:ext>
            </a:extLst>
          </p:cNvPr>
          <p:cNvSpPr txBox="1"/>
          <p:nvPr/>
        </p:nvSpPr>
        <p:spPr>
          <a:xfrm>
            <a:off x="3582010" y="843866"/>
            <a:ext cx="5027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Solid arrows indicate that the</a:t>
            </a:r>
            <a:br>
              <a:rPr lang="en-US" dirty="0"/>
            </a:br>
            <a:r>
              <a:rPr lang="en-US" dirty="0"/>
              <a:t>Object A needs to know about Object 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C60A8-7D12-4258-7657-01E1B94CF253}"/>
              </a:ext>
            </a:extLst>
          </p:cNvPr>
          <p:cNvSpPr txBox="1"/>
          <p:nvPr/>
        </p:nvSpPr>
        <p:spPr>
          <a:xfrm>
            <a:off x="3764061" y="4688880"/>
            <a:ext cx="4663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Dashed arrows indicate Object B has</a:t>
            </a:r>
          </a:p>
          <a:p>
            <a:pPr algn="ctr"/>
            <a:r>
              <a:rPr lang="en-US" dirty="0"/>
              <a:t>subscribed to an event on Object A.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967925-268D-93B0-3BA2-6F066679FDC8}"/>
              </a:ext>
            </a:extLst>
          </p:cNvPr>
          <p:cNvSpPr/>
          <p:nvPr/>
        </p:nvSpPr>
        <p:spPr>
          <a:xfrm>
            <a:off x="2917592" y="1720788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Object A</a:t>
            </a:r>
            <a:endParaRPr lang="en-US" sz="1200" dirty="0"/>
          </a:p>
          <a:p>
            <a:r>
              <a:rPr lang="en-US" sz="1200" dirty="0"/>
              <a:t>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[publicly accessible state]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1D792A-966B-D730-C94F-B6581F76B61A}"/>
              </a:ext>
            </a:extLst>
          </p:cNvPr>
          <p:cNvSpPr/>
          <p:nvPr/>
        </p:nvSpPr>
        <p:spPr>
          <a:xfrm>
            <a:off x="6824827" y="3448494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Object B</a:t>
            </a:r>
            <a:endParaRPr lang="en-US" sz="1200" dirty="0"/>
          </a:p>
          <a:p>
            <a:r>
              <a:rPr lang="en-US" sz="1200" dirty="0"/>
              <a:t>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[publicly accessible state]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A12F51-B1E7-21D3-9AAB-0C45EFDCECCB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>
            <a:off x="5207002" y="3909676"/>
            <a:ext cx="1617825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24800C-EA74-9249-F1BB-0DAA738AD56C}"/>
              </a:ext>
            </a:extLst>
          </p:cNvPr>
          <p:cNvSpPr/>
          <p:nvPr/>
        </p:nvSpPr>
        <p:spPr>
          <a:xfrm>
            <a:off x="2917592" y="3448494"/>
            <a:ext cx="2289410" cy="922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200" b="1" dirty="0"/>
              <a:t>Object A</a:t>
            </a:r>
            <a:endParaRPr lang="en-US" sz="1200" dirty="0"/>
          </a:p>
          <a:p>
            <a:r>
              <a:rPr lang="en-US" sz="1200" dirty="0"/>
              <a:t>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[publicly accessible state]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9983A-9466-C029-13D7-DB2B51B4CEAA}"/>
              </a:ext>
            </a:extLst>
          </p:cNvPr>
          <p:cNvSpPr txBox="1"/>
          <p:nvPr/>
        </p:nvSpPr>
        <p:spPr>
          <a:xfrm>
            <a:off x="5073989" y="2295539"/>
            <a:ext cx="1883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Calls method</a:t>
            </a:r>
          </a:p>
          <a:p>
            <a:pPr algn="ctr"/>
            <a:r>
              <a:rPr lang="en-US" dirty="0"/>
              <a:t>or reads property</a:t>
            </a:r>
          </a:p>
        </p:txBody>
      </p:sp>
    </p:spTree>
    <p:extLst>
      <p:ext uri="{BB962C8B-B14F-4D97-AF65-F5344CB8AC3E}">
        <p14:creationId xmlns:p14="http://schemas.microsoft.com/office/powerpoint/2010/main" val="35616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1930ea-623f-4491-8249-222176ed9477">
      <Terms xmlns="http://schemas.microsoft.com/office/infopath/2007/PartnerControls"/>
    </lcf76f155ced4ddcb4097134ff3c332f>
    <TaxCatchAll xmlns="98064f91-3e1c-4606-924d-450c59c02c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83F238BC75F4EB789911DB901D718" ma:contentTypeVersion="23" ma:contentTypeDescription="Create a new document." ma:contentTypeScope="" ma:versionID="4983e7421defbf4884b1b57c7703f787">
  <xsd:schema xmlns:xsd="http://www.w3.org/2001/XMLSchema" xmlns:xs="http://www.w3.org/2001/XMLSchema" xmlns:p="http://schemas.microsoft.com/office/2006/metadata/properties" xmlns:ns2="421930ea-623f-4491-8249-222176ed9477" xmlns:ns3="ebb7f390-3c0c-4fb4-9807-83586132d145" xmlns:ns4="98064f91-3e1c-4606-924d-450c59c02c1e" targetNamespace="http://schemas.microsoft.com/office/2006/metadata/properties" ma:root="true" ma:fieldsID="02b4807c2d6eb9d36c9948e95f5dfd6a" ns2:_="" ns3:_="" ns4:_="">
    <xsd:import namespace="421930ea-623f-4491-8249-222176ed9477"/>
    <xsd:import namespace="ebb7f390-3c0c-4fb4-9807-83586132d145"/>
    <xsd:import namespace="98064f91-3e1c-4606-924d-450c59c02c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930ea-623f-4491-8249-222176ed94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b7f390-3c0c-4fb4-9807-83586132d14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64f91-3e1c-4606-924d-450c59c02c1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ee10459-6123-4fe3-a9af-c7369f9afd9a}" ma:internalName="TaxCatchAll" ma:showField="CatchAllData" ma:web="ec7a52c8-c7cd-4e5b-8db7-aa0dcd7be7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A9E88-B498-46BC-A93F-F52561609A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680A6B-4372-49CC-B8C1-9BCBF16A439B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63e7bc52-aa35-459d-af03-194eb9d83de3"/>
    <ds:schemaRef ds:uri="http://schemas.microsoft.com/office/2006/metadata/properties"/>
    <ds:schemaRef ds:uri="http://schemas.openxmlformats.org/package/2006/metadata/core-properties"/>
    <ds:schemaRef ds:uri="a2a9320c-8a69-435c-a29f-2387cf8d1c76"/>
    <ds:schemaRef ds:uri="http://purl.org/dc/terms/"/>
    <ds:schemaRef ds:uri="421930ea-623f-4491-8249-222176ed9477"/>
    <ds:schemaRef ds:uri="98064f91-3e1c-4606-924d-450c59c02c1e"/>
  </ds:schemaRefs>
</ds:datastoreItem>
</file>

<file path=customXml/itemProps3.xml><?xml version="1.0" encoding="utf-8"?>
<ds:datastoreItem xmlns:ds="http://schemas.openxmlformats.org/officeDocument/2006/customXml" ds:itemID="{E437ECC1-5F1B-4AE6-A607-E5C75030C9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1930ea-623f-4491-8249-222176ed9477"/>
    <ds:schemaRef ds:uri="ebb7f390-3c0c-4fb4-9807-83586132d145"/>
    <ds:schemaRef ds:uri="98064f91-3e1c-4606-924d-450c59c02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131</Words>
  <Application>Microsoft Macintosh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Ryan</dc:creator>
  <cp:lastModifiedBy>Malcolm Ryan</cp:lastModifiedBy>
  <cp:revision>5</cp:revision>
  <dcterms:created xsi:type="dcterms:W3CDTF">2021-08-31T05:08:59Z</dcterms:created>
  <dcterms:modified xsi:type="dcterms:W3CDTF">2026-07-14T08:14:59Z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0x010100BD683F238BC75F4EB789911DB901D718</vt:lpwstr>
  </property>
</Properties>
</file>